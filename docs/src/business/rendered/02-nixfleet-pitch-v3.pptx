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73152" cy="50703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300" kern="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NIXFLEET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déclarative.</a:t>
            </a:r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Reproductible.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Souveraine.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flotte NixOS · Auto-hébergeable · Conforme NIS2 par construction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749040"/>
            <a:ext cx="2103120" cy="548640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749040"/>
            <a:ext cx="210312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32888" y="3749040"/>
            <a:ext cx="2103120" cy="548640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12" name="Shape 10"/>
          <p:cNvSpPr/>
          <p:nvPr/>
        </p:nvSpPr>
        <p:spPr>
          <a:xfrm>
            <a:off x="2532888" y="3749040"/>
            <a:ext cx="21031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atomique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45736" y="3749040"/>
            <a:ext cx="2103120" cy="548640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45736" y="3749040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totale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58584" y="3749040"/>
            <a:ext cx="2103120" cy="548640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18" name="Shape 16"/>
          <p:cNvSpPr/>
          <p:nvPr/>
        </p:nvSpPr>
        <p:spPr>
          <a:xfrm>
            <a:off x="6958584" y="3749040"/>
            <a:ext cx="210312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9" name="Text 17"/>
          <p:cNvSpPr/>
          <p:nvPr/>
        </p:nvSpPr>
        <p:spPr>
          <a:xfrm>
            <a:off x="7050024" y="3813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structurelle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Pré-Amorçage · Europe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gestion d'infrastructure actuelle cumule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dettes structurelles.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834640" cy="301752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8346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Dette de fiabilité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dérive de configuration est inévitable avec Ansible/Puppet. Après 18 mois, l'état réel du serveur ne correspond plus à aucun document. Les runbooks sont obsolètes. Les incidents de nuit durent des heures.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834640" cy="301752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828800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Dette de souveraineté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45059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Jamf, Intune, AWX, et la majorité des MDM enferment votre infrastructure dans des clouds propriétaires. Votre configuration, vos logs, votre compliance — dans leurs bases de données, pas les vôtres.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834640" cy="301752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28800"/>
            <a:ext cx="28346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65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Dette de conformité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2450592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exige traçabilité, reprise rapide, et SBOM. Avec les outils actuels, ces obligations nécessitent des couches d'outils séparés coûteux, souvent incomplets, et difficiles à auditer.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NixFleet rend votre infrastructure aussi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précise qu'une équation.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0" y="1691640"/>
            <a:ext cx="3840480" cy="3200400"/>
          </a:xfrm>
          <a:prstGeom prst="rect">
            <a:avLst/>
          </a:prstGeom>
          <a:solidFill>
            <a:srgbClr val="030202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1691640"/>
            <a:ext cx="3840480" cy="274320"/>
          </a:xfrm>
          <a:prstGeom prst="rect">
            <a:avLst/>
          </a:prstGeom>
          <a:solidFill>
            <a:srgbClr val="312A20"/>
          </a:solidFill>
          <a:ln/>
        </p:spPr>
      </p:sp>
      <p:sp>
        <p:nvSpPr>
          <p:cNvPr id="7" name="Shape 5"/>
          <p:cNvSpPr/>
          <p:nvPr/>
        </p:nvSpPr>
        <p:spPr>
          <a:xfrm>
            <a:off x="5138928" y="1764792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5349240" y="17647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5559552" y="1764792"/>
            <a:ext cx="109728" cy="109728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2029968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nixfleet deploy --fleet=prod
</a:t>
            </a:r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Résolution 247 machines...
</a:t>
            </a:r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Éval. flake.nix (hash: a3f2..)
</a:t>
            </a:r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Cache binaire Attic: 94% hit
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247/247 déployées ✓
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Génération 51 — signée ✓
</a:t>
            </a:r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SBOM exporté (NIS2) ✓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4389120" cy="713232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64208"/>
            <a:ext cx="54864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373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1709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Fonctionnel pur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993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flake → même infra. Toujours.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4389120" cy="713232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50592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523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2496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&lt; 90s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7797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précédente en quelques secondes.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4389120" cy="713232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36976"/>
            <a:ext cx="54864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3101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566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self-hosted. Zéro dépendance externe.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4389120" cy="713232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23360"/>
            <a:ext cx="54864" cy="71323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4096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NIS2 natif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3525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SBOM, traçabilité par construction.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L'AVANTAGE NIXOS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infrastructure qui est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valeur de retour d'une fonction.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834640" cy="297180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8346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19202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/ Puppet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" y="228600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Impératif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" y="2542032"/>
            <a:ext cx="246888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26334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Dérive inévitable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30358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Dépend de l'état passé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343814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Rollback manuel/incertain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3840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Audit coûteux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42428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Large écosystème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2834640" cy="2971800"/>
          </a:xfrm>
          <a:prstGeom prst="rect">
            <a:avLst/>
          </a:prstGeom>
          <a:solidFill>
            <a:srgbClr val="1A1040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28800"/>
            <a:ext cx="28346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828800"/>
            <a:ext cx="283464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3374136" y="19202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NixFleet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74136" y="228600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 pur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74136" y="2542032"/>
            <a:ext cx="246888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21" name="Text 19"/>
          <p:cNvSpPr/>
          <p:nvPr/>
        </p:nvSpPr>
        <p:spPr>
          <a:xfrm>
            <a:off x="3374136" y="26334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Reproductible bit pour bit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74136" y="30358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Indépendant de l'historique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4136" y="343814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Rollback atomique &lt; 90s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74136" y="3840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par construction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74136" y="42428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source Apache 2.0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2834640" cy="297180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828800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19202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Jamf / Intune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45936" y="228600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cloud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45936" y="2542032"/>
            <a:ext cx="246888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263347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Déclaratif partiel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45936" y="30358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Cloud US propriétaire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45936" y="343814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Rollback limité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45936" y="38404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Audit via leur 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45936" y="424281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Lock-in total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&amp; RÉGLEMENTATION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NIS2 crée 15 000 clients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potentiels en France seule.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2103120" cy="17373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28800"/>
            <a:ext cx="21031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15 000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FR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soumises NIS2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828800"/>
            <a:ext cx="2103120" cy="17373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828800"/>
            <a:ext cx="210312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1" name="Text 9"/>
          <p:cNvSpPr/>
          <p:nvPr/>
        </p:nvSpPr>
        <p:spPr>
          <a:xfrm>
            <a:off x="2578608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78608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 max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infraction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0016" y="1828800"/>
            <a:ext cx="2103120" cy="17373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828800"/>
            <a:ext cx="21031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791456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FR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12864" y="1828800"/>
            <a:ext cx="2103120" cy="17373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12864" y="1828800"/>
            <a:ext cx="21031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7004304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18M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004304" y="28346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stratégique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4297680" cy="347472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France — ANSSI · NIS2 · Loi Résilience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4297680" cy="347472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Allemagne — BSI · KRITIS · Souveraineté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4297680" cy="347472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Pays-Bas — NCSC · NIS2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3749040"/>
            <a:ext cx="4297680" cy="347472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🇧🇪 Belgique — CCN · Institutions EU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4160520"/>
            <a:ext cx="4297680" cy="347472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30" name="Text 28"/>
          <p:cNvSpPr/>
          <p:nvPr/>
        </p:nvSpPr>
        <p:spPr>
          <a:xfrm>
            <a:off x="5074920" y="4206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🇸🇪 Suède — NCSC-SE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4572000"/>
            <a:ext cx="4297680" cy="347472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🇨🇭 Suisse — NCsc-CH · Finance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Open-core. Auto-hébergeable.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 premium.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828800"/>
            <a:ext cx="2103120" cy="306324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828800"/>
            <a:ext cx="2103120" cy="54864"/>
          </a:xfrm>
          <a:prstGeom prst="rect">
            <a:avLst/>
          </a:prstGeom>
          <a:solidFill>
            <a:srgbClr val="7A6A58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938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" y="2267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2608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· open source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3127248"/>
            <a:ext cx="182880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complet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35478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machines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38953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Impermanence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communauté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1828800"/>
            <a:ext cx="2103120" cy="306324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95728" y="1828800"/>
            <a:ext cx="21031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2505456" y="1938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05456" y="2267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€499–2 999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505456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 · selon taille flotte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05456" y="3127248"/>
            <a:ext cx="182880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21" name="Text 19"/>
          <p:cNvSpPr/>
          <p:nvPr/>
        </p:nvSpPr>
        <p:spPr>
          <a:xfrm>
            <a:off x="2505456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illimitées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05456" y="35478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RBAC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05456" y="38953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Attic cache EU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05456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gRPC + audit NIS2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05456" y="4590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 48h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1828800"/>
            <a:ext cx="2103120" cy="306324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1828800"/>
            <a:ext cx="21031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1938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2267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€50k–500k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718304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 · ELA sur devis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3127248"/>
            <a:ext cx="182880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 / OIDC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18304" y="35478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dédié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38953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complet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+ LUKS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18304" y="4590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intégré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21424" y="1828800"/>
            <a:ext cx="2103120" cy="306324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21424" y="1828800"/>
            <a:ext cx="21031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931152" y="1938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31152" y="22677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mesure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6931152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EU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31152" y="3127248"/>
            <a:ext cx="1828800" cy="18288"/>
          </a:xfrm>
          <a:prstGeom prst="rect">
            <a:avLst/>
          </a:prstGeom>
          <a:solidFill>
            <a:srgbClr val="3A3020"/>
          </a:solidFill>
          <a:ln/>
        </p:spPr>
      </p:sp>
      <p:sp>
        <p:nvSpPr>
          <p:cNvPr id="43" name="Text 41"/>
          <p:cNvSpPr/>
          <p:nvPr/>
        </p:nvSpPr>
        <p:spPr>
          <a:xfrm>
            <a:off x="6931152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ANSSI/BSI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31152" y="35478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sous séquestre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31152" y="38953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intégré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31152" y="42428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Diode de données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31152" y="45902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certifiantes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 d'abord.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Communauté → Dev → Enterprise.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828800"/>
            <a:ext cx="2834640" cy="31089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828800"/>
            <a:ext cx="28346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 0–12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6616" y="22311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S'imposer dans l'écosystème Nix EU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du moteur core (Apache 2.0)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6616" y="3218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FR/DE/EN — 1ère faiblesse du marché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NixCon, FOSDEM, Paris Open Source Summit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 souveraineté — diffusion organique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" y="4425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500+ étoiles, 5 design partners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828800"/>
            <a:ext cx="2834640" cy="31089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828800"/>
            <a:ext cx="28346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28416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 6–18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22311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Croissance self-serve développeur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28416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Pro en accès libre (CB, 5 min)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28416" y="3218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usage : NIS2 natif sans effort supplémentaire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28416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GitLab / Forgejo / GitHub Actions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28416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: Scaleway, OVHcloud, Clever Cloud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28416" y="4425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25–30 clients Pro, €30k MRR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2834640" cy="3108960"/>
          </a:xfrm>
          <a:prstGeom prst="rect">
            <a:avLst/>
          </a:prstGeom>
          <a:solidFill>
            <a:srgbClr val="252018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828800"/>
            <a:ext cx="28346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 12–36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0216" y="22311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Verticaux enterprise &amp; gouvernement EU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0216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ANSSI (France) + BSI (Allemagne)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0216" y="32186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secteur public (OIV / entités essentielles)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0216" y="36210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intégrateurs : Capgemini, Atos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0216" y="40233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(DORA), Collectivités (NIS2), HPC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0216" y="44256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3–5 deals Enterprise, €2M ARR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CONCURRENTIEL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concurrent direct identifié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Europe.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148840" cy="320040"/>
          </a:xfrm>
          <a:prstGeom prst="rect">
            <a:avLst/>
          </a:prstGeom>
          <a:solidFill>
            <a:srgbClr val="312A20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920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50592" y="1874520"/>
            <a:ext cx="1325880" cy="320040"/>
          </a:xfrm>
          <a:prstGeom prst="rect">
            <a:avLst/>
          </a:prstGeom>
          <a:solidFill>
            <a:srgbClr val="312A20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9202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NixFleet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03904" y="1874520"/>
            <a:ext cx="1417320" cy="320040"/>
          </a:xfrm>
          <a:prstGeom prst="rect">
            <a:avLst/>
          </a:prstGeom>
          <a:solidFill>
            <a:srgbClr val="312A20"/>
          </a:solidFill>
          <a:ln/>
        </p:spPr>
      </p:sp>
      <p:sp>
        <p:nvSpPr>
          <p:cNvPr id="10" name="Text 8"/>
          <p:cNvSpPr/>
          <p:nvPr/>
        </p:nvSpPr>
        <p:spPr>
          <a:xfrm>
            <a:off x="3867912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Ansible/Puppet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48656" y="1874520"/>
            <a:ext cx="1417320" cy="320040"/>
          </a:xfrm>
          <a:prstGeom prst="rect">
            <a:avLst/>
          </a:prstGeom>
          <a:solidFill>
            <a:srgbClr val="312A20"/>
          </a:solidFill>
          <a:ln/>
        </p:spPr>
      </p:sp>
      <p:sp>
        <p:nvSpPr>
          <p:cNvPr id="12" name="Text 10"/>
          <p:cNvSpPr/>
          <p:nvPr/>
        </p:nvSpPr>
        <p:spPr>
          <a:xfrm>
            <a:off x="5312664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Jamf/Intune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93408" y="1874520"/>
            <a:ext cx="1417320" cy="320040"/>
          </a:xfrm>
          <a:prstGeom prst="rect">
            <a:avLst/>
          </a:prstGeom>
          <a:solidFill>
            <a:srgbClr val="312A20"/>
          </a:solidFill>
          <a:ln/>
        </p:spPr>
      </p:sp>
      <p:sp>
        <p:nvSpPr>
          <p:cNvPr id="14" name="Text 12"/>
          <p:cNvSpPr/>
          <p:nvPr/>
        </p:nvSpPr>
        <p:spPr>
          <a:xfrm>
            <a:off x="6757416" y="1920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Forge¹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214884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23317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absolue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50592" y="2258568"/>
            <a:ext cx="1325880" cy="384048"/>
          </a:xfrm>
          <a:prstGeom prst="rect">
            <a:avLst/>
          </a:prstGeom>
          <a:solidFill>
            <a:srgbClr val="0A1C14"/>
          </a:solidFill>
          <a:ln/>
        </p:spPr>
      </p:sp>
      <p:sp>
        <p:nvSpPr>
          <p:cNvPr id="18" name="Text 16"/>
          <p:cNvSpPr/>
          <p:nvPr/>
        </p:nvSpPr>
        <p:spPr>
          <a:xfrm>
            <a:off x="2514600" y="23317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NixFleet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03904" y="2258568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3867912" y="23317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Ansible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48656" y="2258568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5312664" y="23317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Intune/Jamf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258568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757416" y="23317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Crystal Forge¹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214884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" y="277063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EU (self-host)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2697480"/>
            <a:ext cx="1325880" cy="384048"/>
          </a:xfrm>
          <a:prstGeom prst="rect">
            <a:avLst/>
          </a:prstGeom>
          <a:solidFill>
            <a:srgbClr val="0A1C14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27706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NixFleet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03904" y="2697480"/>
            <a:ext cx="141732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30" name="Text 28"/>
          <p:cNvSpPr/>
          <p:nvPr/>
        </p:nvSpPr>
        <p:spPr>
          <a:xfrm>
            <a:off x="3867912" y="2770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AWX seul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48656" y="2697480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5312664" y="2770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Cloud 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93408" y="2697480"/>
            <a:ext cx="141732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27706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136392"/>
            <a:ext cx="214884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36" name="Text 34"/>
          <p:cNvSpPr/>
          <p:nvPr/>
        </p:nvSpPr>
        <p:spPr>
          <a:xfrm>
            <a:off x="338328" y="320954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atomique OS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50592" y="3136392"/>
            <a:ext cx="1325880" cy="384048"/>
          </a:xfrm>
          <a:prstGeom prst="rect">
            <a:avLst/>
          </a:prstGeom>
          <a:solidFill>
            <a:srgbClr val="0A1C14"/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32095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NixFleet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03904" y="3136392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0" name="Text 38"/>
          <p:cNvSpPr/>
          <p:nvPr/>
        </p:nvSpPr>
        <p:spPr>
          <a:xfrm>
            <a:off x="3867912" y="32095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48656" y="3136392"/>
            <a:ext cx="141732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42" name="Text 40"/>
          <p:cNvSpPr/>
          <p:nvPr/>
        </p:nvSpPr>
        <p:spPr>
          <a:xfrm>
            <a:off x="5312664" y="32095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Limité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3136392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4" name="Text 42"/>
          <p:cNvSpPr/>
          <p:nvPr/>
        </p:nvSpPr>
        <p:spPr>
          <a:xfrm>
            <a:off x="6757416" y="32095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575304"/>
            <a:ext cx="214884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46" name="Text 44"/>
          <p:cNvSpPr/>
          <p:nvPr/>
        </p:nvSpPr>
        <p:spPr>
          <a:xfrm>
            <a:off x="338328" y="364845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NIS2 native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450592" y="3575304"/>
            <a:ext cx="1325880" cy="384048"/>
          </a:xfrm>
          <a:prstGeom prst="rect">
            <a:avLst/>
          </a:prstGeom>
          <a:solidFill>
            <a:srgbClr val="0A1C14"/>
          </a:solidFill>
          <a:ln/>
        </p:spPr>
      </p:sp>
      <p:sp>
        <p:nvSpPr>
          <p:cNvPr id="48" name="Text 46"/>
          <p:cNvSpPr/>
          <p:nvPr/>
        </p:nvSpPr>
        <p:spPr>
          <a:xfrm>
            <a:off x="2514600" y="36484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NixFleet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03904" y="3575304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50" name="Text 48"/>
          <p:cNvSpPr/>
          <p:nvPr/>
        </p:nvSpPr>
        <p:spPr>
          <a:xfrm>
            <a:off x="3867912" y="36484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48656" y="3575304"/>
            <a:ext cx="141732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52" name="Text 50"/>
          <p:cNvSpPr/>
          <p:nvPr/>
        </p:nvSpPr>
        <p:spPr>
          <a:xfrm>
            <a:off x="5312664" y="36484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Partielle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93408" y="3575304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54" name="Text 52"/>
          <p:cNvSpPr/>
          <p:nvPr/>
        </p:nvSpPr>
        <p:spPr>
          <a:xfrm>
            <a:off x="6757416" y="36484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014216"/>
            <a:ext cx="214884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56" name="Text 54"/>
          <p:cNvSpPr/>
          <p:nvPr/>
        </p:nvSpPr>
        <p:spPr>
          <a:xfrm>
            <a:off x="338328" y="408736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automatique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50592" y="4014216"/>
            <a:ext cx="1325880" cy="384048"/>
          </a:xfrm>
          <a:prstGeom prst="rect">
            <a:avLst/>
          </a:prstGeom>
          <a:solidFill>
            <a:srgbClr val="0A1C14"/>
          </a:solidFill>
          <a:ln/>
        </p:spPr>
      </p:sp>
      <p:sp>
        <p:nvSpPr>
          <p:cNvPr id="58" name="Text 56"/>
          <p:cNvSpPr/>
          <p:nvPr/>
        </p:nvSpPr>
        <p:spPr>
          <a:xfrm>
            <a:off x="2514600" y="40873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NixFleet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803904" y="4014216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60" name="Text 58"/>
          <p:cNvSpPr/>
          <p:nvPr/>
        </p:nvSpPr>
        <p:spPr>
          <a:xfrm>
            <a:off x="3867912" y="40873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48656" y="4014216"/>
            <a:ext cx="141732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62" name="Text 60"/>
          <p:cNvSpPr/>
          <p:nvPr/>
        </p:nvSpPr>
        <p:spPr>
          <a:xfrm>
            <a:off x="5312664" y="40873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Via API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693408" y="4014216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64" name="Text 62"/>
          <p:cNvSpPr/>
          <p:nvPr/>
        </p:nvSpPr>
        <p:spPr>
          <a:xfrm>
            <a:off x="6757416" y="40873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453128"/>
            <a:ext cx="214884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66" name="Text 64"/>
          <p:cNvSpPr/>
          <p:nvPr/>
        </p:nvSpPr>
        <p:spPr>
          <a:xfrm>
            <a:off x="338328" y="4526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certifiable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450592" y="4453128"/>
            <a:ext cx="1325880" cy="384048"/>
          </a:xfrm>
          <a:prstGeom prst="rect">
            <a:avLst/>
          </a:prstGeom>
          <a:solidFill>
            <a:srgbClr val="0A1C14"/>
          </a:solidFill>
          <a:ln/>
        </p:spPr>
      </p:sp>
      <p:sp>
        <p:nvSpPr>
          <p:cNvPr id="68" name="Text 66"/>
          <p:cNvSpPr/>
          <p:nvPr/>
        </p:nvSpPr>
        <p:spPr>
          <a:xfrm>
            <a:off x="2514600" y="45262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NixFleet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803904" y="4453128"/>
            <a:ext cx="1417320" cy="384048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70" name="Text 68"/>
          <p:cNvSpPr/>
          <p:nvPr/>
        </p:nvSpPr>
        <p:spPr>
          <a:xfrm>
            <a:off x="3867912" y="45262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Complexe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248656" y="4453128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72" name="Text 70"/>
          <p:cNvSpPr/>
          <p:nvPr/>
        </p:nvSpPr>
        <p:spPr>
          <a:xfrm>
            <a:off x="5312664" y="45262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693408" y="4453128"/>
            <a:ext cx="1417320" cy="384048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74" name="Text 72"/>
          <p:cNvSpPr/>
          <p:nvPr/>
        </p:nvSpPr>
        <p:spPr>
          <a:xfrm>
            <a:off x="6757416" y="45262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Non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2004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Crystal Forge : PoC communautaire seul, nov. 2025 — aucun produit commercial disponible.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520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Levée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pré-amorçage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€ 1,5M.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" y="2743200"/>
            <a:ext cx="621792" cy="365760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274320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7980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 — 3 développeurs Rust/Nix, 18 mois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3273552"/>
            <a:ext cx="621792" cy="36576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32735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28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communauté — NixCon, docs, nixpkgs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3803904"/>
            <a:ext cx="621792" cy="36576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8039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8587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EU — ANSSI, conformité NIS2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4334256"/>
            <a:ext cx="621792" cy="365760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33425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389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— contenu, événements, partenaires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1097280"/>
          </a:xfrm>
          <a:prstGeom prst="rect">
            <a:avLst/>
          </a:prstGeom>
          <a:solidFill>
            <a:srgbClr val="312A2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€150k–300k ARR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clients Pro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2423160"/>
            <a:ext cx="2743200" cy="1097280"/>
          </a:xfrm>
          <a:prstGeom prst="rect">
            <a:avLst/>
          </a:prstGeom>
          <a:solidFill>
            <a:srgbClr val="312A2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25146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€800k–2M ARR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3118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60–100 Pro + 2–5 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3657600"/>
            <a:ext cx="2743200" cy="1097280"/>
          </a:xfrm>
          <a:prstGeom prst="rect">
            <a:avLst/>
          </a:prstGeom>
          <a:solidFill>
            <a:srgbClr val="312A20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6364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€4M–8M ARR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4352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Pro + 8–15 Ent.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4754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contact@nixfleet.eu  ·  github.com/nixfleet-eu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NixFleet — Pitch Deck v3</dc:title>
  <dc:subject>PptxGenJS Presentation</dc:subject>
  <dc:creator>PptxGenJS</dc:creator>
  <cp:lastModifiedBy>PptxGenJS</cp:lastModifiedBy>
  <cp:revision>1</cp:revision>
  <dcterms:created xsi:type="dcterms:W3CDTF">2026-03-24T00:42:46Z</dcterms:created>
  <dcterms:modified xsi:type="dcterms:W3CDTF">2026-03-24T00:42:46Z</dcterms:modified>
</cp:coreProperties>
</file>